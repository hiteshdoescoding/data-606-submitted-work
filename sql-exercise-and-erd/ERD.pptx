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C9A4-CD70-F377-268F-C7FB36732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F60EA-40F0-9EA4-3F75-1681D186A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F62F9-EE1A-9034-3941-EE14C2C3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21B99-446C-B0BF-CB1E-61FC3854B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BAC99-8C05-AC73-18E1-B9265EB6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29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8323-F2FC-13D1-92B7-2B19CD86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838DC-C059-1A8C-85C2-16F985DA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65BC-8BC6-CD0A-07DD-FB043576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9FCB-9CE4-1403-BDD9-784F521F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81A6A-9456-7CD3-AD6B-86BA2ED6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8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6909-D448-AAEC-6393-BF99B960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8E2BF-F606-0FB9-D69C-778670D2A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FE20A-FC48-C58F-EF43-24D7D31C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1D02A-D8C1-697B-D4E2-64BC45AA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25EF3-4870-7DCC-93F3-62E2BD3F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98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1E9C-F7A7-DE58-FC28-A2469BD6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761A2-23C1-D1FD-74AB-B6FD0A339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F2086-D880-6433-B2CC-CEE6F444D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367EB-4423-7119-2E81-D5F0466B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D39E5-84B4-6659-EC2C-8629C32C2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2A3D8-E87F-3DBD-7C19-813F7873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31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3098-87A2-4E57-4504-E4629A89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8FB8A-3E41-A696-4969-AC3EB6460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BB2F-1FD3-7F12-06AD-FEE0AB4F1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B62C5-B53B-AA8F-34E3-123AB57D3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C0B4E-19BC-111C-4229-E9B922443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FE81A-B748-8978-EC4E-81F68322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41F3E-1A27-EC52-F4C3-28E61349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564742-6406-0868-8B3A-4C40726F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05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3C59-D044-542B-C2B0-E92DCBF5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D9A41-DB59-14A4-B67A-7FF8D272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98B1C-9092-C6DD-1B1A-A5D091C3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706FE-C0F8-EA52-3675-358F2DEC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47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C2E4B2-AFC4-2538-E87C-C7096DD1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997C2-0043-8D8F-5C6D-8F1DD65F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4AE0C-BA33-9945-A8EE-9C9CDF5C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87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C8E6-1727-15E7-0E34-3D704973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1CA1-E3BB-B8C2-D08A-B44DADCD9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1A9BB-E9EC-A5D7-2954-3A6C8B128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05DD3-07AA-7A61-203F-F7693F29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C3C7B-1149-A0F0-1BEE-3DFC58F9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08F0A-8291-0086-55EC-C489D43C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48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F520-3C4C-C5B5-A782-F5139D34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65092-6521-E652-4909-A02709967F7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27138-3DF4-4A6B-41E5-F418F93A5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5D0D7-9BC5-9558-330E-AB5BDDB3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0ED4F-0BBA-4DB1-367F-4E61CE49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B435E-BDBB-76C9-1D3D-9324D955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55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F243-6241-DEEF-F2FD-F48C956D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4065B-80B2-301A-140A-D0C5581B5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97C17-8A25-E168-E898-2AAA4535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0CDB-0BD7-5344-1879-C936D64F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A17FE-F4AD-5109-8992-652A3E1B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87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22957-FFDD-A0D5-94B4-2246BA925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B2986-6065-9D17-E431-C2C99A7F3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D1F42-4AD3-988C-8727-BFF1F25F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545FE-C27C-663E-250E-160C4A29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98E93-0A19-68F6-F287-95471727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69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2E4D5-D631-5F04-2C29-E0ABA54E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E5805-AFFB-0B93-A310-CFC7B9E14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812F2-1B16-7FE8-F16B-AC331ACB3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46074-D0D8-4B7C-9F09-F57100EA58E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3908-9C1D-08E1-B4B4-EB159BA21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DF217-3D19-48AA-70F2-04DABC24A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1E012-F2D5-43AD-B33F-BA055DCDE7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55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931A4E-20A5-7C18-B122-E51801E04B5B}"/>
              </a:ext>
            </a:extLst>
          </p:cNvPr>
          <p:cNvSpPr txBox="1"/>
          <p:nvPr/>
        </p:nvSpPr>
        <p:spPr>
          <a:xfrm>
            <a:off x="4932947" y="509063"/>
            <a:ext cx="243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Courses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CourseID PK</a:t>
            </a:r>
          </a:p>
          <a:p>
            <a:pPr algn="ctr"/>
            <a:r>
              <a:rPr lang="en-GB" dirty="0"/>
              <a:t>Course name</a:t>
            </a:r>
          </a:p>
          <a:p>
            <a:pPr algn="ctr"/>
            <a:r>
              <a:rPr lang="en-GB" dirty="0"/>
              <a:t>Start date</a:t>
            </a:r>
          </a:p>
          <a:p>
            <a:pPr algn="ctr"/>
            <a:r>
              <a:rPr lang="en-GB" dirty="0"/>
              <a:t>End 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206B4-0759-EEBB-F255-691F11358ABF}"/>
              </a:ext>
            </a:extLst>
          </p:cNvPr>
          <p:cNvSpPr txBox="1"/>
          <p:nvPr/>
        </p:nvSpPr>
        <p:spPr>
          <a:xfrm>
            <a:off x="4624136" y="3975756"/>
            <a:ext cx="24384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Spartans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SpartanID PK</a:t>
            </a:r>
          </a:p>
          <a:p>
            <a:pPr algn="ctr"/>
            <a:r>
              <a:rPr lang="en-GB" dirty="0"/>
              <a:t>First name</a:t>
            </a:r>
          </a:p>
          <a:p>
            <a:pPr algn="ctr"/>
            <a:r>
              <a:rPr lang="en-GB" dirty="0"/>
              <a:t>Middle name</a:t>
            </a:r>
          </a:p>
          <a:p>
            <a:pPr algn="ctr"/>
            <a:r>
              <a:rPr lang="en-GB" dirty="0"/>
              <a:t>Last name</a:t>
            </a:r>
          </a:p>
          <a:p>
            <a:pPr algn="ctr"/>
            <a:r>
              <a:rPr lang="en-GB" dirty="0"/>
              <a:t>Title</a:t>
            </a:r>
          </a:p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Status of enrollment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12C9C6-702B-83E8-5E02-688A47197ED4}"/>
              </a:ext>
            </a:extLst>
          </p:cNvPr>
          <p:cNvSpPr txBox="1"/>
          <p:nvPr/>
        </p:nvSpPr>
        <p:spPr>
          <a:xfrm>
            <a:off x="8891334" y="509063"/>
            <a:ext cx="3072064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Trainers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TrainerID PK</a:t>
            </a:r>
          </a:p>
          <a:p>
            <a:pPr algn="ctr"/>
            <a:r>
              <a:rPr lang="en-GB" dirty="0"/>
              <a:t>First name</a:t>
            </a:r>
          </a:p>
          <a:p>
            <a:pPr algn="ctr"/>
            <a:r>
              <a:rPr lang="en-GB" dirty="0"/>
              <a:t>Middle name</a:t>
            </a:r>
          </a:p>
          <a:p>
            <a:pPr algn="ctr"/>
            <a:r>
              <a:rPr lang="en-GB" dirty="0"/>
              <a:t>Last name</a:t>
            </a:r>
          </a:p>
          <a:p>
            <a:pPr algn="ctr"/>
            <a:r>
              <a:rPr lang="en-GB" dirty="0"/>
              <a:t>Title</a:t>
            </a:r>
          </a:p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Number of groups taught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EA285-A3A2-20DC-99DC-35F210133910}"/>
              </a:ext>
            </a:extLst>
          </p:cNvPr>
          <p:cNvSpPr txBox="1"/>
          <p:nvPr/>
        </p:nvSpPr>
        <p:spPr>
          <a:xfrm>
            <a:off x="545435" y="4409294"/>
            <a:ext cx="243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Enrollment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EnrollmentID PK</a:t>
            </a:r>
          </a:p>
          <a:p>
            <a:pPr algn="ctr"/>
            <a:r>
              <a:rPr lang="en-GB" dirty="0"/>
              <a:t>SpartanID FK</a:t>
            </a:r>
          </a:p>
          <a:p>
            <a:pPr algn="ctr"/>
            <a:r>
              <a:rPr lang="en-GB" dirty="0"/>
              <a:t>CourseID FK</a:t>
            </a:r>
          </a:p>
          <a:p>
            <a:pPr algn="ctr"/>
            <a:r>
              <a:rPr lang="en-GB" dirty="0"/>
              <a:t>Date Enrolled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D2840-39A2-5333-B197-4651FEE2D7F5}"/>
              </a:ext>
            </a:extLst>
          </p:cNvPr>
          <p:cNvSpPr txBox="1"/>
          <p:nvPr/>
        </p:nvSpPr>
        <p:spPr>
          <a:xfrm>
            <a:off x="8951481" y="4686293"/>
            <a:ext cx="243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Courses-Trainer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CourseTrainerID PK</a:t>
            </a:r>
          </a:p>
          <a:p>
            <a:pPr algn="ctr"/>
            <a:r>
              <a:rPr lang="en-GB" dirty="0"/>
              <a:t>CourseID FK</a:t>
            </a:r>
          </a:p>
          <a:p>
            <a:pPr algn="ctr"/>
            <a:r>
              <a:rPr lang="en-GB" dirty="0"/>
              <a:t>TrainerID FK</a:t>
            </a:r>
          </a:p>
          <a:p>
            <a:pPr algn="ctr"/>
            <a:r>
              <a:rPr lang="en-GB" dirty="0"/>
              <a:t>Role in 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8DA560-9727-B8E6-D37D-04A9859A3E10}"/>
              </a:ext>
            </a:extLst>
          </p:cNvPr>
          <p:cNvSpPr txBox="1"/>
          <p:nvPr/>
        </p:nvSpPr>
        <p:spPr>
          <a:xfrm>
            <a:off x="665750" y="509063"/>
            <a:ext cx="2438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Timetable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TimetableID PK</a:t>
            </a:r>
          </a:p>
          <a:p>
            <a:pPr algn="ctr"/>
            <a:r>
              <a:rPr lang="en-GB" dirty="0"/>
              <a:t>CourseID FK</a:t>
            </a:r>
          </a:p>
          <a:p>
            <a:pPr algn="ctr"/>
            <a:r>
              <a:rPr lang="en-GB" dirty="0"/>
              <a:t>Day of the week</a:t>
            </a:r>
          </a:p>
          <a:p>
            <a:pPr algn="ctr"/>
            <a:r>
              <a:rPr lang="en-GB" dirty="0"/>
              <a:t>Start time</a:t>
            </a:r>
          </a:p>
          <a:p>
            <a:pPr algn="ctr"/>
            <a:r>
              <a:rPr lang="en-GB" dirty="0"/>
              <a:t>End time</a:t>
            </a:r>
          </a:p>
          <a:p>
            <a:pPr algn="ctr"/>
            <a:r>
              <a:rPr lang="en-GB" dirty="0"/>
              <a:t>Meeting room/Teams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A22089-7A87-F5A5-EFE8-97BBFB7027D4}"/>
              </a:ext>
            </a:extLst>
          </p:cNvPr>
          <p:cNvSpPr txBox="1"/>
          <p:nvPr/>
        </p:nvSpPr>
        <p:spPr>
          <a:xfrm>
            <a:off x="3300667" y="310333"/>
            <a:ext cx="13755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CourseID PK to CourseID FK,</a:t>
            </a:r>
          </a:p>
          <a:p>
            <a:r>
              <a:rPr lang="en-GB" sz="1200" dirty="0"/>
              <a:t>One to many, one course has many timetable entries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98D725-0F2E-F059-9837-9E012F264D16}"/>
              </a:ext>
            </a:extLst>
          </p:cNvPr>
          <p:cNvSpPr txBox="1"/>
          <p:nvPr/>
        </p:nvSpPr>
        <p:spPr>
          <a:xfrm>
            <a:off x="10299023" y="3751840"/>
            <a:ext cx="1892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TrainerID PK to TrainerID FK</a:t>
            </a:r>
          </a:p>
          <a:p>
            <a:r>
              <a:rPr lang="en-GB" sz="1200" dirty="0"/>
              <a:t>One to many, one trainer has one or many courses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250DA5-4AFF-AC94-41EA-6137445FB60B}"/>
              </a:ext>
            </a:extLst>
          </p:cNvPr>
          <p:cNvSpPr txBox="1"/>
          <p:nvPr/>
        </p:nvSpPr>
        <p:spPr>
          <a:xfrm>
            <a:off x="8458202" y="3211198"/>
            <a:ext cx="13755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CourseID PK to CourseID FK</a:t>
            </a:r>
          </a:p>
          <a:p>
            <a:r>
              <a:rPr lang="en-GB" sz="1200" dirty="0"/>
              <a:t>One to many, one course has many assigned trainers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D6FB49-E399-1C6D-9B9F-470E0C84D7DD}"/>
              </a:ext>
            </a:extLst>
          </p:cNvPr>
          <p:cNvSpPr txBox="1"/>
          <p:nvPr/>
        </p:nvSpPr>
        <p:spPr>
          <a:xfrm>
            <a:off x="3146272" y="5388841"/>
            <a:ext cx="1375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SpartanID PK to SpartanID FK,</a:t>
            </a:r>
          </a:p>
          <a:p>
            <a:r>
              <a:rPr lang="en-GB" sz="1200" dirty="0"/>
              <a:t>One to many, one Spartan can enrol to multiple courses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B153E2-FBF4-B59B-D5E6-4FBB9FE4F495}"/>
              </a:ext>
            </a:extLst>
          </p:cNvPr>
          <p:cNvSpPr txBox="1"/>
          <p:nvPr/>
        </p:nvSpPr>
        <p:spPr>
          <a:xfrm>
            <a:off x="854246" y="3214792"/>
            <a:ext cx="13755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CourseID PK to CourseID FK,</a:t>
            </a:r>
          </a:p>
          <a:p>
            <a:r>
              <a:rPr lang="en-GB" sz="1200" dirty="0"/>
              <a:t>One to many, one course has many enrollments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704B466-8B15-A01E-E88A-97C1E964F1C2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flipH="1">
            <a:off x="10170681" y="3094386"/>
            <a:ext cx="256685" cy="1591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06F926E-BB79-288D-DD42-433465200E99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7371347" y="1386226"/>
            <a:ext cx="1580134" cy="4177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467A149-3FB2-8F07-2DD9-51F96A9E20E8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983835" y="5268417"/>
            <a:ext cx="1640301" cy="18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17A24AE-0127-E11F-3A17-B0EA24C90FF5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1764635" y="2263389"/>
            <a:ext cx="4387512" cy="2145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8ECAA52-0EFD-C6CC-0BBC-37BE9B8A8A8D}"/>
              </a:ext>
            </a:extLst>
          </p:cNvPr>
          <p:cNvCxnSpPr>
            <a:cxnSpLocks/>
            <a:stCxn id="4" idx="1"/>
            <a:endCxn id="14" idx="3"/>
          </p:cNvCxnSpPr>
          <p:nvPr/>
        </p:nvCxnSpPr>
        <p:spPr>
          <a:xfrm flipH="1">
            <a:off x="3104150" y="1386226"/>
            <a:ext cx="1828797" cy="27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58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Patel</dc:creator>
  <cp:lastModifiedBy>Hitesh Patel</cp:lastModifiedBy>
  <cp:revision>1</cp:revision>
  <dcterms:created xsi:type="dcterms:W3CDTF">2026-10-06T19:11:21Z</dcterms:created>
  <dcterms:modified xsi:type="dcterms:W3CDTF">2026-10-06T19:11:36Z</dcterms:modified>
</cp:coreProperties>
</file>